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Loan Eligibility AI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Full Stack Project (React + FastAPI)</a:t>
            </a:r>
          </a:p>
          <a:p>
            <a:r>
              <a:t>Lean Canvas Based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 face difficulty in knowing loan eligibility.</a:t>
            </a:r>
          </a:p>
          <a:p>
            <a:r>
              <a:t>Manual process, delays, and paperwork.</a:t>
            </a:r>
          </a:p>
          <a:p>
            <a:r>
              <a:t>No instant decision system available.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Alternatives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Banks and financial institutions.</a:t>
            </a:r>
          </a:p>
          <a:p>
            <a:r>
              <a:t>Manual forms and approvals.</a:t>
            </a:r>
          </a:p>
          <a:p>
            <a:r>
              <a:t>Basic online calculators without intelligence.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Web-based system using React + FastAPI.</a:t>
            </a:r>
          </a:p>
          <a:p>
            <a:r>
              <a:t>Users enter details and get instant eligibility.</a:t>
            </a:r>
          </a:p>
          <a:p>
            <a:r>
              <a:t>No paperwork, fully automated.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of users.</a:t>
            </a:r>
          </a:p>
          <a:p>
            <a:r>
              <a:t>Response time.</a:t>
            </a:r>
          </a:p>
          <a:p>
            <a:r>
              <a:t>Accuracy of results.</a:t>
            </a:r>
          </a:p>
          <a:p>
            <a:r>
              <a:t>User satisfaction.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Unique Value Proposition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Instant eligibility check.</a:t>
            </a:r>
          </a:p>
          <a:p>
            <a:r>
              <a:t>User-friendly interface.</a:t>
            </a:r>
          </a:p>
          <a:p>
            <a:r>
              <a:t>Real-time results.</a:t>
            </a:r>
          </a:p>
          <a:p>
            <a:r>
              <a:t>No manual effort required.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Unfair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Scalable full-stack system.</a:t>
            </a:r>
          </a:p>
          <a:p>
            <a:r>
              <a:t>Can extend to AI/ML.</a:t>
            </a:r>
          </a:p>
          <a:p>
            <a:r>
              <a:t>Custom logic for fast decisions.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Students, job seekers.</a:t>
            </a:r>
          </a:p>
          <a:p>
            <a:r>
              <a:t>Loan applicants.</a:t>
            </a:r>
          </a:p>
          <a:p>
            <a:r>
              <a:t>Small business owners.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Early Adopters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Tech-savvy users.</a:t>
            </a:r>
          </a:p>
          <a:p>
            <a:r>
              <a:t>Students and developers.</a:t>
            </a:r>
          </a:p>
          <a:p>
            <a:r>
              <a:t>People needing quick financial insights.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Channels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 application.</a:t>
            </a:r>
          </a:p>
          <a:p>
            <a:r>
              <a:t>Online platforms.</a:t>
            </a:r>
          </a:p>
          <a:p>
            <a:r>
              <a:t>Bank integrations.</a:t>
            </a:r>
          </a:p>
          <a:p>
            <a:r>
              <a:t>Social media.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Development cost.</a:t>
            </a:r>
          </a:p>
          <a:p>
            <a:r>
              <a:t>Hosting cost.</a:t>
            </a:r>
          </a:p>
          <a:p>
            <a:r>
              <a:t>Maintenance.</a:t>
            </a:r>
          </a:p>
          <a:p>
            <a:r>
              <a:t>Future upgrades.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Subscriptions.</a:t>
            </a:r>
          </a:p>
          <a:p>
            <a:r>
              <a:t>Bank partnerships.</a:t>
            </a:r>
          </a:p>
          <a:p>
            <a:r>
              <a:t>Advertisements.</a:t>
            </a:r>
          </a:p>
          <a:p>
            <a:r>
              <a:t>SaaS model.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